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1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401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68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兌換碼功能規劃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規劃說明  ·  v1.1  ·  2026-07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會員端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097280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入口位置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會員中心側欄「兌換碼」獨立入口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975104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2066544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輸入介面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359152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輸入框 + 立即兌換按鈕，Enter 觸發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944368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3035808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兌換紀錄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32841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 / 審核中 / 已拒絕 / 兌換失敗，四種狀態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913632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005072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錯誤訊息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429768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種情境明確提示，風控訊息刻意模糊</a:t>
            </a:r>
            <a:r>
              <a:rPr lang="zh-TW" alt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altLang="zh-TW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zh-TW" alt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例如：輸入 </a:t>
            </a:r>
            <a:r>
              <a:rPr lang="en-US" altLang="zh-TW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NOTEXIIST123 </a:t>
            </a:r>
            <a:r>
              <a:rPr lang="zh-TW" alt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會報錯 兌換碼不存在 </a:t>
            </a:r>
            <a:endParaRPr lang="en-US" altLang="zh-TW" sz="105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25696" y="658368"/>
            <a:ext cx="18288" cy="429768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7540517A-5D3F-43DE-BC05-8AF53B3C2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29198"/>
            <a:ext cx="4449316" cy="4226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兌換碼功能規劃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規劃說明  ·  v1.1  ·  2026-07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25696" y="658368"/>
            <a:ext cx="18288" cy="42976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4645152" y="69494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後台清單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45152" y="1005840"/>
            <a:ext cx="4151376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1097280"/>
            <a:ext cx="3785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兌換碼列表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1389888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活動管理、啟停用、防呆彈窗確認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45152" y="1975104"/>
            <a:ext cx="4151376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28032" y="2066544"/>
            <a:ext cx="3785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審核清單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2313432"/>
            <a:ext cx="3785616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僅手動派發</a:t>
            </a:r>
            <a:r>
              <a:rPr lang="zh-TW" alt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事件會出現在此清單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支援批次操作</a:t>
            </a:r>
            <a:r>
              <a:rPr lang="zh-TW" alt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，完成操作，會轉至兌換紀錄中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45152" y="2944368"/>
            <a:ext cx="4151376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3035808"/>
            <a:ext cx="3785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兌換紀錄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3328416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完整歷史查詢，含風控阻擋原因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26864" y="3913632"/>
            <a:ext cx="4151376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28032" y="4005072"/>
            <a:ext cx="37856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唯一碼明細</a:t>
            </a:r>
            <a:r>
              <a:rPr lang="en-US" altLang="zh-TW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列於兌換碼列表中</a:t>
            </a:r>
            <a:r>
              <a:rPr lang="en-US" altLang="zh-TW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8032" y="4297680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每組碼狀態查詢，支援 Excel 匯出</a:t>
            </a:r>
            <a:endParaRPr lang="en-US" sz="1050" dirty="0"/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37E72B4-4727-488B-993A-210A7C1C05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58" r="418"/>
          <a:stretch/>
        </p:blipFill>
        <p:spPr>
          <a:xfrm>
            <a:off x="4833" y="1105916"/>
            <a:ext cx="4439151" cy="279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55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功能設計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碼類型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133856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426464"/>
            <a:ext cx="159105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共用同一組代碼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可設總兌換次數上限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適合：社群推廣、KOL 合作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95728" y="100584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133856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426464"/>
            <a:ext cx="159105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批量生成一次性代碼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每組只能使用一次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適合：精準行銷、防刷碼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25054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派發方式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798064"/>
            <a:ext cx="1920240" cy="1170432"/>
          </a:xfrm>
          <a:prstGeom prst="roundRect">
            <a:avLst>
              <a:gd name="adj" fmla="val 7031"/>
            </a:avLst>
          </a:prstGeom>
          <a:solidFill>
            <a:srgbClr val="F3F4F6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" y="292608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自動派發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" y="3218688"/>
            <a:ext cx="1591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兌換後獎勵立即入帳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不需後台介入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95728" y="2798064"/>
            <a:ext cx="1920240" cy="1170432"/>
          </a:xfrm>
          <a:prstGeom prst="roundRect">
            <a:avLst>
              <a:gd name="adj" fmla="val 7031"/>
            </a:avLst>
          </a:prstGeom>
          <a:solidFill>
            <a:srgbClr val="F3F4F6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0" y="292608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手動派發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218688"/>
            <a:ext cx="1591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進審核清單，站長審核後發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適合高額敏感活動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658368"/>
            <a:ext cx="18288" cy="42062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7132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站長建立活動流程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37176" y="1371600"/>
            <a:ext cx="18288" cy="32918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4681728" y="1060704"/>
            <a:ext cx="310896" cy="310896"/>
          </a:xfrm>
          <a:prstGeom prst="ellipse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02352" y="1060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基本設定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2352" y="12801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活動名稱、時間區間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37176" y="2029968"/>
            <a:ext cx="18288" cy="32918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681728" y="171907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02352" y="17190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選擇碼類型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02352" y="19385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通用碼 / 唯一碼，設總量上限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37176" y="2688336"/>
            <a:ext cx="18288" cy="32918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30"/>
          <p:cNvSpPr/>
          <p:nvPr/>
        </p:nvSpPr>
        <p:spPr>
          <a:xfrm>
            <a:off x="4681728" y="2377440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02352" y="23774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兌換條件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02352" y="259689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層級、存款、投注、KYC 等 8 項（選填）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37176" y="3346704"/>
            <a:ext cx="18288" cy="32918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Shape 35"/>
          <p:cNvSpPr/>
          <p:nvPr/>
        </p:nvSpPr>
        <p:spPr>
          <a:xfrm>
            <a:off x="4681728" y="303580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02352" y="30358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風控設定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02352" y="325526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阻擋標籤、黑名單、IP 規則（選填）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37176" y="4005072"/>
            <a:ext cx="18288" cy="32918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Shape 40"/>
          <p:cNvSpPr/>
          <p:nvPr/>
        </p:nvSpPr>
        <p:spPr>
          <a:xfrm>
            <a:off x="4681728" y="369417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02352" y="36941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獎勵設定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02352" y="39136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現金 / 免費遊戲 + 派發方式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81728" y="4352544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02352" y="43525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儲存上線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02352" y="45720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啟用後玩家即可兌換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兌換條件 </a:t>
            </a:r>
            <a:r>
              <a:rPr lang="en-US" altLang="zh-TW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</a:t>
            </a: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風控設計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694944"/>
            <a:ext cx="8449056" cy="402336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9494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驗證順序　① 兌換條件（資格審查）  →  ② 風控黑名單（行為過濾）  →  ③ 派發獎勵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3350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兌換條件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項資格門檻，全部預設關閉，站長依活動勾選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玩家須同時符合所有已開啟條件才能兌換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945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已有存款紀錄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21945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1945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存款金額門檻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70048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00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已有投注紀錄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2670048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6700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累計有效投注額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45536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4553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會員層級條件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3145536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314553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已綁定銀行卡號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621024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2102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已綁定門號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3621024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62102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 KYC 驗證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133088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33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會員標籤（選填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1207008"/>
            <a:ext cx="4315968" cy="3657600"/>
          </a:xfrm>
          <a:prstGeom prst="roundRect">
            <a:avLst>
              <a:gd name="adj" fmla="val 2500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81728" y="13350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風控黑名單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81728" y="16459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項阻擋規則，符合任一即阻擋（OR 關係）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阻擋訊息刻意模糊，不讓攻擊者推算規則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212848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2677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阻擋會員標籤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28032" y="24780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帶有阻擋標籤的帳號，直接攔截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8895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黑名單帳號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28032" y="30998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系統黑名單帳號，全站通用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456432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5112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阻擋指定 IP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28032" y="37216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CIDR 格式，可封鎖整段 IP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078224"/>
            <a:ext cx="39319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1330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 IP 重複兌換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828032" y="4343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超過設定次數後，後續全部阻擋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4700016"/>
            <a:ext cx="3931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7000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會員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標籤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↔ 阻擋標籤 互斥，前端即時同步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數據總攬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04</a:t>
            </a:r>
            <a:endParaRPr lang="en-US" sz="1000" dirty="0"/>
          </a:p>
        </p:txBody>
      </p:sp>
      <p:pic>
        <p:nvPicPr>
          <p:cNvPr id="5" name="Image 0" descr="/home/claude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94944"/>
            <a:ext cx="4206240" cy="43525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45152" y="658368"/>
            <a:ext cx="18288" cy="43891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4"/>
          <p:cNvSpPr/>
          <p:nvPr/>
        </p:nvSpPr>
        <p:spPr>
          <a:xfrm>
            <a:off x="4773168" y="74980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張即時 KPI 卡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773168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今日兌換量、成功率、風控阻擋、待審核、兌換碼轉化率，一眼掌握活動狀況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73168" y="1389888"/>
            <a:ext cx="4114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7"/>
          <p:cNvSpPr/>
          <p:nvPr/>
        </p:nvSpPr>
        <p:spPr>
          <a:xfrm>
            <a:off x="4773168" y="146304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天兌換趨勢圖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73168" y="17190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長條＋折線複合圖，掌握活動熱度與首次兌換人數變化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73168" y="2103120"/>
            <a:ext cx="4114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0"/>
          <p:cNvSpPr/>
          <p:nvPr/>
        </p:nvSpPr>
        <p:spPr>
          <a:xfrm>
            <a:off x="4773168" y="21762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獎勵類型趨勢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773168" y="24323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現金 vs 免費遊戲比例＋絕對量對比，7/14/30 日快切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73168" y="2816352"/>
            <a:ext cx="4114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3"/>
          <p:cNvSpPr/>
          <p:nvPr/>
        </p:nvSpPr>
        <p:spPr>
          <a:xfrm>
            <a:off x="4773168" y="288950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發放金額（僅現金）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773168" y="31455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多幣別切換，今日 / 近 7 日，反映真實財務成本，不含免費遊戲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73168" y="3529584"/>
            <a:ext cx="4114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6"/>
          <p:cNvSpPr/>
          <p:nvPr/>
        </p:nvSpPr>
        <p:spPr>
          <a:xfrm>
            <a:off x="4773168" y="360273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兌換條件攔截分析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773168" y="38587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橫條圖，找出哪個門檻卡住最多玩家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73168" y="4242816"/>
            <a:ext cx="4114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19"/>
          <p:cNvSpPr/>
          <p:nvPr/>
        </p:nvSpPr>
        <p:spPr>
          <a:xfrm>
            <a:off x="4773168" y="43159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風控攔截 × 活動排行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73168" y="4572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快速定位最常觸發的風控規則，及效果最好的活動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335</Words>
  <Application>Microsoft Office PowerPoint</Application>
  <PresentationFormat>如螢幕大小 (16:9)</PresentationFormat>
  <Paragraphs>105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兌換碼功能規劃</dc:title>
  <dc:subject>PptxGenJS Presentation</dc:subject>
  <dc:creator>PptxGenJS</dc:creator>
  <cp:lastModifiedBy>USER</cp:lastModifiedBy>
  <cp:revision>2</cp:revision>
  <dcterms:created xsi:type="dcterms:W3CDTF">2026-07-03T07:59:00Z</dcterms:created>
  <dcterms:modified xsi:type="dcterms:W3CDTF">2026-07-03T08:10:19Z</dcterms:modified>
</cp:coreProperties>
</file>